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75" r:id="rId8"/>
    <p:sldId id="271" r:id="rId9"/>
    <p:sldId id="261" r:id="rId10"/>
    <p:sldId id="262" r:id="rId11"/>
    <p:sldId id="263" r:id="rId12"/>
    <p:sldId id="264" r:id="rId13"/>
    <p:sldId id="265" r:id="rId14"/>
    <p:sldId id="272" r:id="rId15"/>
    <p:sldId id="266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 Sai" userId="e7c05477d0ad59ef" providerId="LiveId" clId="{628FCC02-EC4A-46BB-84BD-BDBB18B77249}"/>
    <pc:docChg chg="undo custSel addSld delSld modSld">
      <pc:chgData name="Renu Sai" userId="e7c05477d0ad59ef" providerId="LiveId" clId="{628FCC02-EC4A-46BB-84BD-BDBB18B77249}" dt="2026-04-22T10:02:55.998" v="1648" actId="1076"/>
      <pc:docMkLst>
        <pc:docMk/>
      </pc:docMkLst>
      <pc:sldChg chg="modSp mod">
        <pc:chgData name="Renu Sai" userId="e7c05477d0ad59ef" providerId="LiveId" clId="{628FCC02-EC4A-46BB-84BD-BDBB18B77249}" dt="2026-04-22T07:15:43.880" v="1176" actId="20577"/>
        <pc:sldMkLst>
          <pc:docMk/>
          <pc:sldMk cId="0" sldId="260"/>
        </pc:sldMkLst>
        <pc:spChg chg="mod">
          <ac:chgData name="Renu Sai" userId="e7c05477d0ad59ef" providerId="LiveId" clId="{628FCC02-EC4A-46BB-84BD-BDBB18B77249}" dt="2026-04-22T07:15:43.880" v="1176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Renu Sai" userId="e7c05477d0ad59ef" providerId="LiveId" clId="{628FCC02-EC4A-46BB-84BD-BDBB18B77249}" dt="2026-04-22T09:55:20.063" v="1636" actId="20577"/>
        <pc:sldMkLst>
          <pc:docMk/>
          <pc:sldMk cId="0" sldId="265"/>
        </pc:sldMkLst>
        <pc:spChg chg="mod">
          <ac:chgData name="Renu Sai" userId="e7c05477d0ad59ef" providerId="LiveId" clId="{628FCC02-EC4A-46BB-84BD-BDBB18B77249}" dt="2026-04-22T09:55:20.063" v="1636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Renu Sai" userId="e7c05477d0ad59ef" providerId="LiveId" clId="{628FCC02-EC4A-46BB-84BD-BDBB18B77249}" dt="2026-04-22T10:02:55.998" v="1648" actId="1076"/>
        <pc:sldMkLst>
          <pc:docMk/>
          <pc:sldMk cId="0" sldId="266"/>
        </pc:sldMkLst>
        <pc:spChg chg="mod">
          <ac:chgData name="Renu Sai" userId="e7c05477d0ad59ef" providerId="LiveId" clId="{628FCC02-EC4A-46BB-84BD-BDBB18B77249}" dt="2026-04-22T10:02:55.998" v="1648" actId="1076"/>
          <ac:spMkLst>
            <pc:docMk/>
            <pc:sldMk cId="0" sldId="266"/>
            <ac:spMk id="3" creationId="{00000000-0000-0000-0000-000000000000}"/>
          </ac:spMkLst>
        </pc:spChg>
      </pc:sldChg>
      <pc:sldChg chg="del">
        <pc:chgData name="Renu Sai" userId="e7c05477d0ad59ef" providerId="LiveId" clId="{628FCC02-EC4A-46BB-84BD-BDBB18B77249}" dt="2026-04-22T10:01:52.069" v="1639" actId="2696"/>
        <pc:sldMkLst>
          <pc:docMk/>
          <pc:sldMk cId="2447051745" sldId="270"/>
        </pc:sldMkLst>
      </pc:sldChg>
      <pc:sldChg chg="del">
        <pc:chgData name="Renu Sai" userId="e7c05477d0ad59ef" providerId="LiveId" clId="{628FCC02-EC4A-46BB-84BD-BDBB18B77249}" dt="2026-04-22T10:01:43.623" v="1638" actId="2696"/>
        <pc:sldMkLst>
          <pc:docMk/>
          <pc:sldMk cId="3005694544" sldId="273"/>
        </pc:sldMkLst>
      </pc:sldChg>
      <pc:sldChg chg="delSp modSp new mod">
        <pc:chgData name="Renu Sai" userId="e7c05477d0ad59ef" providerId="LiveId" clId="{628FCC02-EC4A-46BB-84BD-BDBB18B77249}" dt="2026-04-22T07:27:31.042" v="1486" actId="20577"/>
        <pc:sldMkLst>
          <pc:docMk/>
          <pc:sldMk cId="2926403318" sldId="274"/>
        </pc:sldMkLst>
        <pc:spChg chg="del">
          <ac:chgData name="Renu Sai" userId="e7c05477d0ad59ef" providerId="LiveId" clId="{628FCC02-EC4A-46BB-84BD-BDBB18B77249}" dt="2026-04-22T07:22:06.274" v="1178" actId="478"/>
          <ac:spMkLst>
            <pc:docMk/>
            <pc:sldMk cId="2926403318" sldId="274"/>
            <ac:spMk id="2" creationId="{D19343D5-0797-2027-750E-929C3F9C1D52}"/>
          </ac:spMkLst>
        </pc:spChg>
        <pc:spChg chg="mod">
          <ac:chgData name="Renu Sai" userId="e7c05477d0ad59ef" providerId="LiveId" clId="{628FCC02-EC4A-46BB-84BD-BDBB18B77249}" dt="2026-04-22T07:27:31.042" v="1486" actId="20577"/>
          <ac:spMkLst>
            <pc:docMk/>
            <pc:sldMk cId="2926403318" sldId="274"/>
            <ac:spMk id="3" creationId="{54CEA18B-C36E-CF2A-DEB4-E4AACB51C3AA}"/>
          </ac:spMkLst>
        </pc:spChg>
      </pc:sldChg>
      <pc:sldChg chg="modSp new mod">
        <pc:chgData name="Renu Sai" userId="e7c05477d0ad59ef" providerId="LiveId" clId="{628FCC02-EC4A-46BB-84BD-BDBB18B77249}" dt="2026-04-22T07:29:42.614" v="1550" actId="20577"/>
        <pc:sldMkLst>
          <pc:docMk/>
          <pc:sldMk cId="842210788" sldId="275"/>
        </pc:sldMkLst>
        <pc:spChg chg="mod">
          <ac:chgData name="Renu Sai" userId="e7c05477d0ad59ef" providerId="LiveId" clId="{628FCC02-EC4A-46BB-84BD-BDBB18B77249}" dt="2026-04-22T07:29:42.614" v="1550" actId="20577"/>
          <ac:spMkLst>
            <pc:docMk/>
            <pc:sldMk cId="842210788" sldId="275"/>
            <ac:spMk id="3" creationId="{29CC4C55-DBDB-364B-FCEC-153CC51507AC}"/>
          </ac:spMkLst>
        </pc:spChg>
      </pc:sldChg>
      <pc:sldChg chg="modSp new del mod">
        <pc:chgData name="Renu Sai" userId="e7c05477d0ad59ef" providerId="LiveId" clId="{628FCC02-EC4A-46BB-84BD-BDBB18B77249}" dt="2026-04-22T10:00:40.482" v="1637" actId="2696"/>
        <pc:sldMkLst>
          <pc:docMk/>
          <pc:sldMk cId="1578067681" sldId="276"/>
        </pc:sldMkLst>
        <pc:spChg chg="mod">
          <ac:chgData name="Renu Sai" userId="e7c05477d0ad59ef" providerId="LiveId" clId="{628FCC02-EC4A-46BB-84BD-BDBB18B77249}" dt="2026-04-22T09:48:17.625" v="1604" actId="20577"/>
          <ac:spMkLst>
            <pc:docMk/>
            <pc:sldMk cId="1578067681" sldId="276"/>
            <ac:spMk id="3" creationId="{AB4758F4-C143-A4BE-801B-26AE007F252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Java Training - Day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Core Java Concepts &amp; Environment Setup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sz="2800" dirty="0"/>
              <a:t>Trainer Name</a:t>
            </a:r>
            <a:r>
              <a:rPr lang="en-US" sz="2800" dirty="0"/>
              <a:t>: Renu Sai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Agenda for Day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1588"/>
            <a:ext cx="8229600" cy="4525963"/>
          </a:xfrm>
        </p:spPr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Installation of JDK &amp; Environment Setup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JVM Architecture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First Java Program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Java Keywords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Command Line Arguments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Garbage Collection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Data Types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Operators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Control Flow Statements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Java Installation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Download JDK from Oracle/OpenJDK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Install JDK (Windows/Linux/Mac)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Locate JDK installation path (e.g., C:\Program Files\Java\</a:t>
            </a:r>
            <a:r>
              <a:rPr dirty="0" err="1"/>
              <a:t>jdk</a:t>
            </a:r>
            <a:r>
              <a:rPr dirty="0"/>
              <a:t>-XX)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Setting PATH and CLASSPATH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056" y="1357312"/>
            <a:ext cx="8229600" cy="4525963"/>
          </a:xfrm>
        </p:spPr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PATH: To run java, </a:t>
            </a:r>
            <a:r>
              <a:rPr dirty="0" err="1"/>
              <a:t>javac</a:t>
            </a:r>
            <a:r>
              <a:rPr dirty="0"/>
              <a:t> from any directory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Example: C:\Program Files\Java\</a:t>
            </a:r>
            <a:r>
              <a:rPr dirty="0" err="1"/>
              <a:t>jdk</a:t>
            </a:r>
            <a:r>
              <a:rPr dirty="0"/>
              <a:t>-XX\bin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 </a:t>
            </a:r>
            <a:r>
              <a:rPr dirty="0"/>
              <a:t>CLASSPATH: Used to load classes and packages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Default: Current directory 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Example: .;C:\</a:t>
            </a:r>
            <a:r>
              <a:rPr dirty="0" err="1"/>
              <a:t>MyJavaLibs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194" y="61912"/>
            <a:ext cx="8229600" cy="1143000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JVM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194" y="965720"/>
            <a:ext cx="8229600" cy="53044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Execute Java bytecode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.java-&gt; </a:t>
            </a:r>
            <a:r>
              <a:rPr lang="en-US" dirty="0" err="1"/>
              <a:t>javac</a:t>
            </a:r>
            <a:r>
              <a:rPr lang="en-US" dirty="0"/>
              <a:t>-&gt; bytecode(.class)-&gt; </a:t>
            </a:r>
            <a:r>
              <a:rPr lang="en-US" dirty="0" err="1"/>
              <a:t>Jvm</a:t>
            </a:r>
            <a:r>
              <a:rPr lang="en-US" dirty="0"/>
              <a:t>-&gt;machine code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dirty="0"/>
              <a:t>Class Loader Subsystem</a:t>
            </a:r>
            <a:r>
              <a:rPr lang="en-US" dirty="0"/>
              <a:t>				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Application Class Loader, Extension Class Loader, Bootstrap Class Loader,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Runtime Data Areas: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Method Area</a:t>
            </a:r>
            <a:endParaRPr lang="en-US"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IN" dirty="0"/>
              <a:t>Class metadata, Static variables, Method bytecode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        </a:t>
            </a:r>
            <a:r>
              <a:rPr dirty="0"/>
              <a:t>- Heap</a:t>
            </a:r>
            <a:r>
              <a:rPr lang="en-US" dirty="0"/>
              <a:t>: Managed garbage collector</a:t>
            </a: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- Stack</a:t>
            </a:r>
            <a:r>
              <a:rPr lang="en-US" dirty="0"/>
              <a:t>: stores method calls local variables partial results</a:t>
            </a: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- PC Registers</a:t>
            </a:r>
            <a:r>
              <a:rPr lang="en-US" dirty="0"/>
              <a:t>: Keep track of current Instruction</a:t>
            </a: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- Native Method Stack</a:t>
            </a:r>
            <a:r>
              <a:rPr lang="en-US" dirty="0"/>
              <a:t>: Used for native code (C/C++)</a:t>
            </a: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Execution Engine: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- Interpreter</a:t>
            </a:r>
            <a:r>
              <a:rPr lang="en-US" dirty="0"/>
              <a:t> </a:t>
            </a: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- JIT Compiler</a:t>
            </a:r>
            <a:r>
              <a:rPr lang="en-US" dirty="0"/>
              <a:t>: Just in time</a:t>
            </a: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Native Method Interface &amp; Libraries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EA18B-C36E-CF2A-DEB4-E4AACB51C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452496"/>
          </a:xfrm>
        </p:spPr>
        <p:txBody>
          <a:bodyPr>
            <a:normAutofit/>
          </a:bodyPr>
          <a:lstStyle/>
          <a:p>
            <a:r>
              <a:rPr lang="en-US" sz="2400" dirty="0"/>
              <a:t>Method Area: JVM memory where class-level information is stored.</a:t>
            </a:r>
          </a:p>
          <a:p>
            <a:r>
              <a:rPr lang="en-US" sz="2400" dirty="0"/>
              <a:t>It is shared across all threads</a:t>
            </a:r>
          </a:p>
          <a:p>
            <a:r>
              <a:rPr lang="en-US" sz="2400" dirty="0"/>
              <a:t>Created when </a:t>
            </a:r>
            <a:r>
              <a:rPr lang="en-US" sz="2400" dirty="0" err="1"/>
              <a:t>JVMstarts</a:t>
            </a:r>
            <a:endParaRPr lang="en-US" sz="2400" dirty="0"/>
          </a:p>
          <a:p>
            <a:r>
              <a:rPr lang="en-US" sz="2400" dirty="0"/>
              <a:t>Exits until JVM shut down.</a:t>
            </a:r>
          </a:p>
          <a:p>
            <a:endParaRPr lang="en-US" sz="2400" dirty="0"/>
          </a:p>
          <a:p>
            <a:r>
              <a:rPr lang="en-US" sz="2400" dirty="0"/>
              <a:t>Class Metadata</a:t>
            </a:r>
          </a:p>
          <a:p>
            <a:pPr lvl="1"/>
            <a:r>
              <a:rPr lang="en-US" sz="2000" dirty="0"/>
              <a:t>Class(data) name: Hello world</a:t>
            </a:r>
          </a:p>
          <a:p>
            <a:pPr lvl="1"/>
            <a:r>
              <a:rPr lang="en-US" sz="2000" dirty="0"/>
              <a:t>Parent class: (Object)</a:t>
            </a:r>
          </a:p>
          <a:p>
            <a:pPr lvl="1"/>
            <a:r>
              <a:rPr lang="en-US" sz="2000" dirty="0"/>
              <a:t>Method details(names, return types)</a:t>
            </a:r>
          </a:p>
          <a:p>
            <a:pPr lvl="1"/>
            <a:r>
              <a:rPr lang="en-US" sz="2000" dirty="0"/>
              <a:t>Fiel(Variable) information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26403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C8190-2BB3-4A07-A27C-466E6ED1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C4C55-DBDB-364B-FCEC-153CC5150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Class Emp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Int id;</a:t>
            </a:r>
          </a:p>
          <a:p>
            <a:r>
              <a:rPr lang="en-US" dirty="0"/>
              <a:t>String name;</a:t>
            </a:r>
          </a:p>
          <a:p>
            <a:r>
              <a:rPr lang="en-US" dirty="0"/>
              <a:t>Void display()</a:t>
            </a:r>
          </a:p>
          <a:p>
            <a:r>
              <a:rPr lang="en-US" dirty="0"/>
              <a:t>{</a:t>
            </a:r>
          </a:p>
          <a:p>
            <a:r>
              <a:rPr lang="en-US"/>
              <a:t>}</a:t>
            </a:r>
            <a:endParaRPr lang="en-US" dirty="0"/>
          </a:p>
          <a:p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221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641CE-6A87-6B46-793A-5FCF76977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10135-B6EE-0235-8B76-D5A693DC3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Execute java bytecode convert into machine specific </a:t>
            </a:r>
            <a:r>
              <a:rPr lang="en-US" sz="2000" dirty="0" err="1"/>
              <a:t>instuctions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Manages memory, security and </a:t>
            </a:r>
            <a:r>
              <a:rPr lang="en-US" sz="2000" dirty="0" err="1"/>
              <a:t>perfomance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19985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7638"/>
            <a:ext cx="8229600" cy="1143000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First Java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public class HelloWorld {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      </a:t>
            </a:r>
            <a:r>
              <a:rPr dirty="0" err="1"/>
              <a:t>System.out.println</a:t>
            </a:r>
            <a:r>
              <a:rPr dirty="0"/>
              <a:t>("Hello, Java World!");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  }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}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Save as HelloWorld.java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Compile: </a:t>
            </a:r>
            <a:r>
              <a:rPr dirty="0" err="1"/>
              <a:t>javac</a:t>
            </a:r>
            <a:r>
              <a:rPr dirty="0"/>
              <a:t> HelloWorld.java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Run: java HelloWorld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4000" dirty="0"/>
              <a:t>Java</a:t>
            </a:r>
            <a:r>
              <a:rPr dirty="0"/>
              <a:t>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Reserved words used by Java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Examples: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class, public, static, void, if, else, new, try, catch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Cannot be used as identifiers (variable/class names)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Command Line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public class </a:t>
            </a:r>
            <a:r>
              <a:rPr dirty="0" err="1"/>
              <a:t>ArgsDemo</a:t>
            </a:r>
            <a:r>
              <a:rPr dirty="0"/>
              <a:t> {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      for (String </a:t>
            </a:r>
            <a:r>
              <a:rPr dirty="0" err="1"/>
              <a:t>arg</a:t>
            </a:r>
            <a:r>
              <a:rPr dirty="0"/>
              <a:t> :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          </a:t>
            </a:r>
            <a:r>
              <a:rPr dirty="0" err="1"/>
              <a:t>System.out.println</a:t>
            </a:r>
            <a:r>
              <a:rPr dirty="0"/>
              <a:t>(</a:t>
            </a:r>
            <a:r>
              <a:rPr dirty="0" err="1"/>
              <a:t>arg</a:t>
            </a:r>
            <a:r>
              <a:rPr dirty="0"/>
              <a:t>);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      }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   }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}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Compile &amp; Run: java </a:t>
            </a:r>
            <a:r>
              <a:rPr dirty="0" err="1"/>
              <a:t>ArgsDemo</a:t>
            </a:r>
            <a:r>
              <a:rPr dirty="0"/>
              <a:t> Hello World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Output: Hello World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Garbage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4450"/>
            <a:ext cx="8229600" cy="4525963"/>
          </a:xfrm>
        </p:spPr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Automatic memory management in Java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Unused objects are cleared from heap memory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 err="1"/>
              <a:t>System.gc</a:t>
            </a:r>
            <a:r>
              <a:rPr dirty="0"/>
              <a:t>() – Suggests JVM to run GC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Benefits: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- Prevents memory leaks</a:t>
            </a:r>
            <a:r>
              <a:rPr lang="en-US" dirty="0"/>
              <a:t> : </a:t>
            </a: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- Increases program efficiency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318" y="412141"/>
            <a:ext cx="8136785" cy="778668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Data Types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318" y="1190809"/>
            <a:ext cx="8683364" cy="5088071"/>
          </a:xfrm>
        </p:spPr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Primitive: byte, short, int, long, float, double, char, </a:t>
            </a:r>
            <a:r>
              <a:rPr dirty="0" err="1"/>
              <a:t>boolean</a:t>
            </a:r>
            <a:endParaRPr dirty="0"/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Non-primitive: Arrays, Classes, Interfaces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Wrapper Classes: Integer, Double, Character, etc.</a:t>
            </a:r>
            <a:r>
              <a:rPr lang="en-US" dirty="0"/>
              <a:t>: 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lang="en-US" dirty="0"/>
              <a:t>object representation of primitive data types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Variable:  memory location. 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endParaRPr lang="en-US" dirty="0"/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Instance  variable: declared inside the class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Local variable: Defined inside the method</a:t>
            </a:r>
          </a:p>
          <a:p>
            <a:pPr marL="0" indent="0">
              <a:buNone/>
              <a:defRPr sz="1800">
                <a:solidFill>
                  <a:srgbClr val="000000"/>
                </a:solidFill>
              </a:defRPr>
            </a:pPr>
            <a:r>
              <a:rPr lang="en-US" dirty="0"/>
              <a:t>Static variable: declared inside the 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FD6E1-264E-4BD6-A549-CCE5A5D3A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596A8-2F47-1624-DBA3-09DBA6BF0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Byte: 1 byte</a:t>
            </a:r>
          </a:p>
          <a:p>
            <a:endParaRPr lang="en-US" sz="1600" dirty="0"/>
          </a:p>
          <a:p>
            <a:r>
              <a:rPr lang="en-US" sz="1600" dirty="0"/>
              <a:t>Short 2 bytes</a:t>
            </a:r>
          </a:p>
          <a:p>
            <a:endParaRPr lang="en-US" sz="1600" dirty="0"/>
          </a:p>
          <a:p>
            <a:r>
              <a:rPr lang="en-US" sz="1600" dirty="0"/>
              <a:t>Int 4 bytes</a:t>
            </a:r>
          </a:p>
          <a:p>
            <a:endParaRPr lang="en-US" sz="1600" dirty="0"/>
          </a:p>
          <a:p>
            <a:r>
              <a:rPr lang="en-US" sz="1600" dirty="0"/>
              <a:t>Long 8 bytes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59418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Operators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823" y="1407070"/>
            <a:ext cx="8386353" cy="4525963"/>
          </a:xfrm>
        </p:spPr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Arithmetic: </a:t>
            </a:r>
            <a:r>
              <a:rPr lang="en-US" dirty="0"/>
              <a:t>	</a:t>
            </a:r>
            <a:r>
              <a:rPr dirty="0"/>
              <a:t>+, -, *, /, %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Relational:</a:t>
            </a:r>
            <a:r>
              <a:rPr lang="en-US" dirty="0"/>
              <a:t>		</a:t>
            </a:r>
            <a:r>
              <a:rPr dirty="0"/>
              <a:t> ==, !=, &gt;, &lt;, &gt;=, &lt;=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Logical: </a:t>
            </a:r>
            <a:r>
              <a:rPr lang="en-US" dirty="0"/>
              <a:t>		</a:t>
            </a:r>
            <a:r>
              <a:rPr dirty="0"/>
              <a:t>&amp;&amp;, ||, !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Assignment:</a:t>
            </a:r>
            <a:r>
              <a:rPr lang="en-US" dirty="0"/>
              <a:t>	</a:t>
            </a:r>
            <a:r>
              <a:rPr dirty="0"/>
              <a:t> =, +=, -=, etc.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Bitwise: </a:t>
            </a:r>
            <a:r>
              <a:rPr lang="en-US" dirty="0"/>
              <a:t>		</a:t>
            </a:r>
            <a:r>
              <a:rPr dirty="0"/>
              <a:t>&amp;, |, ^, ~, &lt;&lt;, &gt;&gt;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Control Flow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5193"/>
            <a:ext cx="8229600" cy="4525963"/>
          </a:xfrm>
        </p:spPr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Conditional Statements: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- if, if-else, switch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Loops: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- for, while, do-while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Jump Statements: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 - break, continue, return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Java setup complete: JDK, PATH, CLASSPATH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Understood JVM internals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Executed first Java program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Covered Java keywords, CLI </a:t>
            </a:r>
            <a:r>
              <a:rPr dirty="0" err="1"/>
              <a:t>args</a:t>
            </a:r>
            <a:r>
              <a:rPr dirty="0"/>
              <a:t>, GC, datatypes, operators, control flow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>
                <a:solidFill>
                  <a:srgbClr val="0066CC"/>
                </a:solidFill>
              </a:defRPr>
            </a:pPr>
            <a:r>
              <a:rPr sz="3600" dirty="0"/>
              <a:t>Q&amp;A + Hands-on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Code your first Java program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Try using command line arguments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Practice with if, switch, and loops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rPr dirty="0"/>
              <a:t>Open Q&amp;A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1500</TotalTime>
  <Words>728</Words>
  <Application>Microsoft Office PowerPoint</Application>
  <PresentationFormat>On-screen Show (4:3)</PresentationFormat>
  <Paragraphs>137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Java Training - Day 1</vt:lpstr>
      <vt:lpstr>Agenda for Day 1</vt:lpstr>
      <vt:lpstr>Java Installation</vt:lpstr>
      <vt:lpstr>Setting PATH and CLASSPATH</vt:lpstr>
      <vt:lpstr>JVM Architecture</vt:lpstr>
      <vt:lpstr>PowerPoint Presentation</vt:lpstr>
      <vt:lpstr>PowerPoint Presentation</vt:lpstr>
      <vt:lpstr>PowerPoint Presentation</vt:lpstr>
      <vt:lpstr>First Java Program</vt:lpstr>
      <vt:lpstr>Java Keywords</vt:lpstr>
      <vt:lpstr>Command Line Arguments</vt:lpstr>
      <vt:lpstr>Garbage Collection</vt:lpstr>
      <vt:lpstr>Data Types in Java</vt:lpstr>
      <vt:lpstr>PowerPoint Presentation</vt:lpstr>
      <vt:lpstr>Operators in Java</vt:lpstr>
      <vt:lpstr>Control Flow Statements</vt:lpstr>
      <vt:lpstr>Summary</vt:lpstr>
      <vt:lpstr>Q&amp;A + Hands-on Practice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Renu Sai</cp:lastModifiedBy>
  <cp:revision>2</cp:revision>
  <dcterms:created xsi:type="dcterms:W3CDTF">2013-01-27T09:14:16Z</dcterms:created>
  <dcterms:modified xsi:type="dcterms:W3CDTF">2026-04-22T10:02:56Z</dcterms:modified>
  <cp:category/>
</cp:coreProperties>
</file>