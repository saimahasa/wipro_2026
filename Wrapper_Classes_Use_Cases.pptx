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 Sai" userId="e7c05477d0ad59ef" providerId="LiveId" clId="{628FCC02-EC4A-46BB-84BD-BDBB18B77249}"/>
    <pc:docChg chg="modSld">
      <pc:chgData name="Renu Sai" userId="e7c05477d0ad59ef" providerId="LiveId" clId="{628FCC02-EC4A-46BB-84BD-BDBB18B77249}" dt="2026-01-23T07:01:19.567" v="0" actId="14100"/>
      <pc:docMkLst>
        <pc:docMk/>
      </pc:docMkLst>
      <pc:sldChg chg="modSp mod">
        <pc:chgData name="Renu Sai" userId="e7c05477d0ad59ef" providerId="LiveId" clId="{628FCC02-EC4A-46BB-84BD-BDBB18B77249}" dt="2026-01-23T07:01:19.567" v="0" actId="14100"/>
        <pc:sldMkLst>
          <pc:docMk/>
          <pc:sldMk cId="0" sldId="256"/>
        </pc:sldMkLst>
        <pc:spChg chg="mod">
          <ac:chgData name="Renu Sai" userId="e7c05477d0ad59ef" providerId="LiveId" clId="{628FCC02-EC4A-46BB-84BD-BDBB18B77249}" dt="2026-01-23T07:01:19.567" v="0" actId="1410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057" y="846138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Practice Use Cases for Wrapper Classes, Autoboxing, and Unboxing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577" y="2436224"/>
            <a:ext cx="8229600" cy="3285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		</a:t>
            </a:r>
            <a:r>
              <a:rPr sz="2400" dirty="0"/>
              <a:t>Real-world inspired use cases similar to ATM Card</a:t>
            </a:r>
          </a:p>
          <a:p>
            <a:pPr marL="0" indent="0">
              <a:buNone/>
            </a:pPr>
            <a:r>
              <a:rPr lang="en-US" sz="2400" dirty="0"/>
              <a:t>					</a:t>
            </a:r>
            <a:r>
              <a:rPr sz="2400" dirty="0"/>
              <a:t>Presented by: Renu 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Use Case 1 - Online Exam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846" y="1321526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Description: An online exam platform needs to store and calculate student scores.</a:t>
            </a:r>
          </a:p>
          <a:p>
            <a:r>
              <a:rPr sz="2400" dirty="0"/>
              <a:t>Wrapper Usage:</a:t>
            </a:r>
          </a:p>
          <a:p>
            <a:r>
              <a:rPr sz="2400" dirty="0"/>
              <a:t>- Use Integer to represent scores.</a:t>
            </a:r>
          </a:p>
          <a:p>
            <a:r>
              <a:rPr sz="2400" dirty="0"/>
              <a:t>- Store scores in Map&lt;String, Integer&gt; (subject → score).</a:t>
            </a:r>
          </a:p>
          <a:p>
            <a:r>
              <a:rPr sz="2400" dirty="0"/>
              <a:t>Concepts Practiced:</a:t>
            </a:r>
          </a:p>
          <a:p>
            <a:r>
              <a:rPr sz="2400" dirty="0"/>
              <a:t>- Autoboxing (int to Integer)</a:t>
            </a:r>
          </a:p>
          <a:p>
            <a:r>
              <a:rPr sz="2400" dirty="0"/>
              <a:t>- Unboxing for average score calculation</a:t>
            </a:r>
          </a:p>
          <a:p>
            <a:r>
              <a:rPr sz="2400" dirty="0"/>
              <a:t>- Collection and Generics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983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Use Case 2 - Bank Loan Eligibility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7983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Description: A system checks loan eligibility using: Age, Monthly Income, CIBIL Score.</a:t>
            </a:r>
          </a:p>
          <a:p>
            <a:r>
              <a:rPr sz="2400" dirty="0"/>
              <a:t>Wrapper Usage:</a:t>
            </a:r>
          </a:p>
          <a:p>
            <a:r>
              <a:rPr sz="2400" dirty="0"/>
              <a:t>- Age and CIBIL Score as Integer, Income as Double</a:t>
            </a:r>
          </a:p>
          <a:p>
            <a:r>
              <a:rPr sz="2400" dirty="0"/>
              <a:t>- Monthly income stored in </a:t>
            </a:r>
            <a:r>
              <a:rPr sz="2400" dirty="0" err="1"/>
              <a:t>ArrayList</a:t>
            </a:r>
            <a:r>
              <a:rPr sz="2400" dirty="0"/>
              <a:t>&lt;Double&gt;</a:t>
            </a:r>
          </a:p>
          <a:p>
            <a:r>
              <a:rPr sz="2400" dirty="0"/>
              <a:t>Concepts Practiced:</a:t>
            </a:r>
          </a:p>
          <a:p>
            <a:r>
              <a:rPr sz="2400" dirty="0"/>
              <a:t>- Autoboxing inputs into collections</a:t>
            </a:r>
          </a:p>
          <a:p>
            <a:r>
              <a:rPr sz="2400" dirty="0"/>
              <a:t>- Unboxing for decision logic</a:t>
            </a:r>
          </a:p>
          <a:p>
            <a:r>
              <a:rPr sz="2400" dirty="0"/>
              <a:t>- Using wrapper methods for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Use Case 3 - Smart Home Temperature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Description: Smart home app collects and analyzes room temperatures.</a:t>
            </a:r>
          </a:p>
          <a:p>
            <a:r>
              <a:rPr sz="2400" dirty="0"/>
              <a:t>Wrapper Usage:</a:t>
            </a:r>
          </a:p>
          <a:p>
            <a:r>
              <a:rPr sz="2400" dirty="0"/>
              <a:t>- Sensor values as double → stored in </a:t>
            </a:r>
            <a:r>
              <a:rPr sz="2400" dirty="0" err="1"/>
              <a:t>ArrayList</a:t>
            </a:r>
            <a:r>
              <a:rPr sz="2400" dirty="0"/>
              <a:t>&lt;Double&gt;</a:t>
            </a:r>
          </a:p>
          <a:p>
            <a:r>
              <a:rPr sz="2400" dirty="0"/>
              <a:t>- Analyze temperature thresholds (unboxing)</a:t>
            </a:r>
          </a:p>
          <a:p>
            <a:r>
              <a:rPr sz="2400" dirty="0"/>
              <a:t>- Convert to strings with </a:t>
            </a:r>
            <a:r>
              <a:rPr sz="2400" dirty="0" err="1"/>
              <a:t>Double.toString</a:t>
            </a:r>
            <a:r>
              <a:rPr sz="2400" dirty="0"/>
              <a:t>()</a:t>
            </a:r>
          </a:p>
          <a:p>
            <a:r>
              <a:rPr sz="2400" dirty="0"/>
              <a:t>Concepts Practiced:</a:t>
            </a:r>
          </a:p>
          <a:p>
            <a:r>
              <a:rPr sz="2400" dirty="0"/>
              <a:t>- Autoboxing, unboxing</a:t>
            </a:r>
          </a:p>
          <a:p>
            <a:r>
              <a:rPr sz="2400" dirty="0"/>
              <a:t>- Wrapper method usage</a:t>
            </a:r>
          </a:p>
          <a:p>
            <a:r>
              <a:rPr sz="2400" dirty="0"/>
              <a:t>- Generic collection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0234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These use cases help reinforce:</a:t>
            </a:r>
          </a:p>
          <a:p>
            <a:r>
              <a:rPr sz="2400" dirty="0"/>
              <a:t>- Need for wrapper classes in collections</a:t>
            </a:r>
          </a:p>
          <a:p>
            <a:r>
              <a:rPr sz="2400" dirty="0"/>
              <a:t>- Automatic conversion between primitives and objects</a:t>
            </a:r>
          </a:p>
          <a:p>
            <a:r>
              <a:rPr sz="2400" dirty="0"/>
              <a:t>- Real-life scenarios involving autoboxing/unboxing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258</Words>
  <Application>Microsoft Office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Practice Use Cases for Wrapper Classes, Autoboxing, and Unboxing</vt:lpstr>
      <vt:lpstr>Use Case 1 - Online Exam Scoring System</vt:lpstr>
      <vt:lpstr>Use Case 2 - Bank Loan Eligibility System</vt:lpstr>
      <vt:lpstr>Use Case 3 - Smart Home Temperature Monitoring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Renu Sai</cp:lastModifiedBy>
  <cp:revision>2</cp:revision>
  <dcterms:created xsi:type="dcterms:W3CDTF">2013-01-27T09:14:16Z</dcterms:created>
  <dcterms:modified xsi:type="dcterms:W3CDTF">2026-01-23T07:01:28Z</dcterms:modified>
  <cp:category/>
</cp:coreProperties>
</file>