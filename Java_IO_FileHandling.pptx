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u Sai" userId="e7c05477d0ad59ef" providerId="LiveId" clId="{628FCC02-EC4A-46BB-84BD-BDBB18B77249}"/>
    <pc:docChg chg="addSld delSld modSld">
      <pc:chgData name="Renu Sai" userId="e7c05477d0ad59ef" providerId="LiveId" clId="{628FCC02-EC4A-46BB-84BD-BDBB18B77249}" dt="2026-05-05T08:57:47.526" v="30" actId="2696"/>
      <pc:docMkLst>
        <pc:docMk/>
      </pc:docMkLst>
      <pc:sldChg chg="modSp new del mod">
        <pc:chgData name="Renu Sai" userId="e7c05477d0ad59ef" providerId="LiveId" clId="{628FCC02-EC4A-46BB-84BD-BDBB18B77249}" dt="2026-05-05T08:57:47.526" v="30" actId="2696"/>
        <pc:sldMkLst>
          <pc:docMk/>
          <pc:sldMk cId="2926801482" sldId="267"/>
        </pc:sldMkLst>
        <pc:spChg chg="mod">
          <ac:chgData name="Renu Sai" userId="e7c05477d0ad59ef" providerId="LiveId" clId="{628FCC02-EC4A-46BB-84BD-BDBB18B77249}" dt="2026-05-05T08:50:05.365" v="29" actId="20577"/>
          <ac:spMkLst>
            <pc:docMk/>
            <pc:sldMk cId="2926801482" sldId="267"/>
            <ac:spMk id="3" creationId="{1A5A44F4-1353-3675-5D96-FD7CFA4659F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860459"/>
            <a:ext cx="7772400" cy="1470025"/>
          </a:xfrm>
        </p:spPr>
        <p:txBody>
          <a:bodyPr>
            <a:normAutofit/>
          </a:bodyPr>
          <a:lstStyle/>
          <a:p>
            <a:r>
              <a:rPr sz="3200" dirty="0">
                <a:solidFill>
                  <a:schemeClr val="tx2"/>
                </a:solidFill>
              </a:rPr>
              <a:t>Java I/O and File Handling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58737"/>
            <a:ext cx="6400800" cy="1752600"/>
          </a:xfrm>
        </p:spPr>
        <p:txBody>
          <a:bodyPr>
            <a:normAutofit/>
          </a:bodyPr>
          <a:lstStyle/>
          <a:p>
            <a:r>
              <a:rPr sz="2400" dirty="0">
                <a:solidFill>
                  <a:schemeClr val="tx1"/>
                </a:solidFill>
              </a:rPr>
              <a:t>Covers IO Class Hierarchy, File Operations, Serialization, and Keyboard Input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solidFill>
                  <a:schemeClr val="tx2"/>
                </a:solidFill>
              </a:rPr>
              <a:t>Introduction to IO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/>
          <a:lstStyle/>
          <a:p>
            <a:endParaRPr dirty="0"/>
          </a:p>
          <a:p>
            <a:r>
              <a:rPr sz="2400" dirty="0"/>
              <a:t>I/O = Input and Output</a:t>
            </a:r>
          </a:p>
          <a:p>
            <a:r>
              <a:rPr sz="2400" dirty="0"/>
              <a:t>Part of java.io package</a:t>
            </a:r>
          </a:p>
          <a:p>
            <a:r>
              <a:rPr sz="2400" dirty="0"/>
              <a:t>Handles reading/writing files, streams, and objects</a:t>
            </a:r>
          </a:p>
          <a:p>
            <a:r>
              <a:rPr sz="2400" dirty="0"/>
              <a:t>Two types: Byte Streams and Character Streams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solidFill>
                  <a:schemeClr val="tx2"/>
                </a:solidFill>
              </a:rPr>
              <a:t>IO Class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429" y="981891"/>
            <a:ext cx="8229600" cy="5044441"/>
          </a:xfrm>
        </p:spPr>
        <p:txBody>
          <a:bodyPr/>
          <a:lstStyle/>
          <a:p>
            <a:endParaRPr dirty="0"/>
          </a:p>
          <a:p>
            <a:r>
              <a:rPr sz="2400" dirty="0"/>
              <a:t>Byte Streams: </a:t>
            </a:r>
            <a:r>
              <a:rPr sz="2400" dirty="0" err="1"/>
              <a:t>InputStream</a:t>
            </a:r>
            <a:r>
              <a:rPr sz="2400" dirty="0"/>
              <a:t>, </a:t>
            </a:r>
            <a:r>
              <a:rPr sz="2400" dirty="0" err="1"/>
              <a:t>OutputStream</a:t>
            </a:r>
            <a:endParaRPr sz="2400" dirty="0"/>
          </a:p>
          <a:p>
            <a:r>
              <a:rPr sz="2400" dirty="0"/>
              <a:t>Character Streams: Reader, Writer</a:t>
            </a:r>
          </a:p>
          <a:p>
            <a:r>
              <a:rPr sz="2400" dirty="0"/>
              <a:t>Buffered Streams for efficiency</a:t>
            </a:r>
            <a:endParaRPr lang="en-US" sz="2400" dirty="0"/>
          </a:p>
          <a:p>
            <a:r>
              <a:rPr lang="en-IN" sz="2400" dirty="0"/>
              <a:t>Data Streams : Read/write primitive data types</a:t>
            </a:r>
          </a:p>
          <a:p>
            <a:r>
              <a:rPr lang="en-IN" sz="2400" dirty="0"/>
              <a:t>Object Streams : Read/Write Java objects</a:t>
            </a:r>
            <a:endParaRPr sz="2400" dirty="0"/>
          </a:p>
          <a:p>
            <a:r>
              <a:rPr sz="2400" dirty="0"/>
              <a:t>Other: Scanner, File, </a:t>
            </a:r>
            <a:r>
              <a:rPr sz="2400" dirty="0" err="1"/>
              <a:t>PrintWriter</a:t>
            </a:r>
            <a:r>
              <a:rPr sz="2400" dirty="0"/>
              <a:t>, Object Streams</a:t>
            </a:r>
            <a:endParaRPr lang="en-US" sz="2400" dirty="0"/>
          </a:p>
          <a:p>
            <a:endParaRPr lang="en-IN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F7E22-480A-0879-F1B8-E4167CFC5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/>
          <a:lstStyle/>
          <a:p>
            <a:r>
              <a:rPr lang="en-US" dirty="0"/>
              <a:t>File: file and directory manipulation</a:t>
            </a:r>
          </a:p>
          <a:p>
            <a:r>
              <a:rPr lang="en-US" dirty="0" err="1"/>
              <a:t>PrintWriter</a:t>
            </a:r>
            <a:r>
              <a:rPr lang="en-US" dirty="0"/>
              <a:t>: Easy file writing</a:t>
            </a:r>
          </a:p>
          <a:p>
            <a:r>
              <a:rPr lang="en-US" dirty="0"/>
              <a:t>Scanner: For input reading(keyboard or file)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objectInputStream</a:t>
            </a:r>
            <a:r>
              <a:rPr lang="en-US" dirty="0"/>
              <a:t>, </a:t>
            </a:r>
            <a:r>
              <a:rPr lang="en-US" dirty="0" err="1"/>
              <a:t>objectOutputStream</a:t>
            </a:r>
            <a:r>
              <a:rPr lang="en-US" dirty="0"/>
              <a:t>: for object serialization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8496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solidFill>
                  <a:schemeClr val="tx2"/>
                </a:solidFill>
              </a:rPr>
              <a:t>File Handling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846" y="1166018"/>
            <a:ext cx="8229600" cy="4525963"/>
          </a:xfrm>
        </p:spPr>
        <p:txBody>
          <a:bodyPr/>
          <a:lstStyle/>
          <a:p>
            <a:endParaRPr dirty="0"/>
          </a:p>
          <a:p>
            <a:r>
              <a:rPr sz="2400" dirty="0"/>
              <a:t>Using File class for file operations</a:t>
            </a:r>
          </a:p>
          <a:p>
            <a:r>
              <a:rPr sz="2400" dirty="0"/>
              <a:t>Creating, reading, writing, and deleting files</a:t>
            </a:r>
          </a:p>
          <a:p>
            <a:r>
              <a:rPr sz="2400" dirty="0" err="1"/>
              <a:t>FileReader</a:t>
            </a:r>
            <a:r>
              <a:rPr sz="2400" dirty="0"/>
              <a:t>/</a:t>
            </a:r>
            <a:r>
              <a:rPr sz="2400" dirty="0" err="1"/>
              <a:t>FileWriter</a:t>
            </a:r>
            <a:r>
              <a:rPr sz="2400" dirty="0"/>
              <a:t> for characters</a:t>
            </a:r>
          </a:p>
          <a:p>
            <a:r>
              <a:rPr sz="2400" dirty="0" err="1"/>
              <a:t>FileInputStream</a:t>
            </a:r>
            <a:r>
              <a:rPr sz="2400" dirty="0"/>
              <a:t>/</a:t>
            </a:r>
            <a:r>
              <a:rPr sz="2400" dirty="0" err="1"/>
              <a:t>FileOutputStream</a:t>
            </a:r>
            <a:r>
              <a:rPr sz="2400" dirty="0"/>
              <a:t> for bytes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53926"/>
            <a:ext cx="8229600" cy="1143000"/>
          </a:xfrm>
        </p:spPr>
        <p:txBody>
          <a:bodyPr>
            <a:normAutofit/>
          </a:bodyPr>
          <a:lstStyle/>
          <a:p>
            <a:r>
              <a:rPr sz="3200" dirty="0">
                <a:solidFill>
                  <a:schemeClr val="tx2"/>
                </a:solidFill>
              </a:rPr>
              <a:t>Reading from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372" y="1486988"/>
            <a:ext cx="8229600" cy="4525963"/>
          </a:xfrm>
        </p:spPr>
        <p:txBody>
          <a:bodyPr/>
          <a:lstStyle/>
          <a:p>
            <a:endParaRPr dirty="0"/>
          </a:p>
          <a:p>
            <a:r>
              <a:rPr sz="2400" dirty="0"/>
              <a:t>Use </a:t>
            </a:r>
            <a:r>
              <a:rPr sz="2400" dirty="0" err="1"/>
              <a:t>BufferedReader</a:t>
            </a:r>
            <a:r>
              <a:rPr sz="2400" dirty="0"/>
              <a:t> for efficient reading</a:t>
            </a:r>
          </a:p>
          <a:p>
            <a:r>
              <a:rPr sz="2400" dirty="0" err="1"/>
              <a:t>FileReader</a:t>
            </a:r>
            <a:r>
              <a:rPr sz="2400" dirty="0"/>
              <a:t> used to read characters</a:t>
            </a:r>
          </a:p>
          <a:p>
            <a:r>
              <a:rPr sz="2400" dirty="0"/>
              <a:t>Read line-by-line using </a:t>
            </a:r>
            <a:r>
              <a:rPr sz="2400" dirty="0" err="1"/>
              <a:t>readLine</a:t>
            </a:r>
            <a:r>
              <a:rPr sz="2400" dirty="0"/>
              <a:t>() method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823" y="710066"/>
            <a:ext cx="8229600" cy="1143000"/>
          </a:xfrm>
        </p:spPr>
        <p:txBody>
          <a:bodyPr>
            <a:normAutofit/>
          </a:bodyPr>
          <a:lstStyle/>
          <a:p>
            <a:r>
              <a:rPr sz="3200" dirty="0">
                <a:solidFill>
                  <a:schemeClr val="tx2"/>
                </a:solidFill>
              </a:rPr>
              <a:t>Writing to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endParaRPr dirty="0"/>
          </a:p>
          <a:p>
            <a:r>
              <a:rPr sz="2400" dirty="0"/>
              <a:t>Use </a:t>
            </a:r>
            <a:r>
              <a:rPr sz="2400" dirty="0" err="1"/>
              <a:t>FileWriter</a:t>
            </a:r>
            <a:r>
              <a:rPr sz="2400" dirty="0"/>
              <a:t> and </a:t>
            </a:r>
            <a:r>
              <a:rPr sz="2400" dirty="0" err="1"/>
              <a:t>BufferedWriter</a:t>
            </a:r>
            <a:endParaRPr sz="2400" dirty="0"/>
          </a:p>
          <a:p>
            <a:r>
              <a:rPr sz="2400" dirty="0"/>
              <a:t>Use append mode if needed</a:t>
            </a:r>
          </a:p>
          <a:p>
            <a:r>
              <a:rPr sz="2400" dirty="0"/>
              <a:t>Use </a:t>
            </a:r>
            <a:r>
              <a:rPr sz="2400" dirty="0" err="1"/>
              <a:t>newLine</a:t>
            </a:r>
            <a:r>
              <a:rPr sz="2400" dirty="0"/>
              <a:t>() for line breaks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6869" y="596855"/>
            <a:ext cx="8229600" cy="1143000"/>
          </a:xfrm>
        </p:spPr>
        <p:txBody>
          <a:bodyPr>
            <a:normAutofit/>
          </a:bodyPr>
          <a:lstStyle/>
          <a:p>
            <a:r>
              <a:rPr sz="3200" dirty="0">
                <a:solidFill>
                  <a:schemeClr val="tx2"/>
                </a:solidFill>
              </a:rPr>
              <a:t>Serialization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0566"/>
            <a:ext cx="8229600" cy="4525963"/>
          </a:xfrm>
        </p:spPr>
        <p:txBody>
          <a:bodyPr/>
          <a:lstStyle/>
          <a:p>
            <a:endParaRPr dirty="0"/>
          </a:p>
          <a:p>
            <a:r>
              <a:rPr sz="2400" dirty="0"/>
              <a:t>Convert object to byte stream</a:t>
            </a:r>
          </a:p>
          <a:p>
            <a:r>
              <a:rPr sz="2400" dirty="0"/>
              <a:t>Implements Serializable interface</a:t>
            </a:r>
          </a:p>
          <a:p>
            <a:r>
              <a:rPr sz="2400" dirty="0"/>
              <a:t>Use </a:t>
            </a:r>
            <a:r>
              <a:rPr sz="2400" dirty="0" err="1"/>
              <a:t>ObjectOutputStream</a:t>
            </a:r>
            <a:r>
              <a:rPr sz="2400" dirty="0"/>
              <a:t> and </a:t>
            </a:r>
            <a:r>
              <a:rPr sz="2400" dirty="0" err="1"/>
              <a:t>ObjectInputStream</a:t>
            </a:r>
            <a:endParaRPr sz="2400" dirty="0"/>
          </a:p>
          <a:p>
            <a:r>
              <a:rPr sz="2400" dirty="0"/>
              <a:t>transient keyword skips fields from serialization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46138"/>
            <a:ext cx="8229600" cy="1143000"/>
          </a:xfrm>
        </p:spPr>
        <p:txBody>
          <a:bodyPr>
            <a:normAutofit/>
          </a:bodyPr>
          <a:lstStyle/>
          <a:p>
            <a:r>
              <a:rPr sz="3200" dirty="0">
                <a:solidFill>
                  <a:schemeClr val="tx2"/>
                </a:solidFill>
              </a:rPr>
              <a:t>Object Serialization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2400" dirty="0"/>
              <a:t>Create a class implementing Serializable</a:t>
            </a:r>
          </a:p>
          <a:p>
            <a:r>
              <a:rPr sz="2400" dirty="0"/>
              <a:t>Write object using </a:t>
            </a:r>
            <a:r>
              <a:rPr sz="2400" dirty="0" err="1"/>
              <a:t>ObjectOutputStream</a:t>
            </a:r>
            <a:endParaRPr sz="2400" dirty="0"/>
          </a:p>
          <a:p>
            <a:r>
              <a:rPr sz="2400" dirty="0"/>
              <a:t>Read object using </a:t>
            </a:r>
            <a:r>
              <a:rPr sz="2400" dirty="0" err="1"/>
              <a:t>ObjectInputStream</a:t>
            </a:r>
            <a:endParaRPr sz="2400" dirty="0"/>
          </a:p>
          <a:p>
            <a:r>
              <a:rPr sz="2400" dirty="0"/>
              <a:t>Deserialize to restore original object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solidFill>
                  <a:schemeClr val="tx2"/>
                </a:solidFill>
              </a:rPr>
              <a:t>Reading from Keyboard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2400" dirty="0"/>
              <a:t>Use Scanner class (preferred way)</a:t>
            </a:r>
          </a:p>
          <a:p>
            <a:r>
              <a:rPr sz="2400" dirty="0" err="1"/>
              <a:t>BufferedReader</a:t>
            </a:r>
            <a:r>
              <a:rPr sz="2400" dirty="0"/>
              <a:t> with </a:t>
            </a:r>
            <a:r>
              <a:rPr sz="2400" dirty="0" err="1"/>
              <a:t>InputStreamReader</a:t>
            </a:r>
            <a:r>
              <a:rPr sz="2400" dirty="0"/>
              <a:t> is alternative</a:t>
            </a:r>
          </a:p>
          <a:p>
            <a:r>
              <a:rPr sz="2400" dirty="0"/>
              <a:t>Parse input using </a:t>
            </a:r>
            <a:r>
              <a:rPr sz="2400" dirty="0" err="1"/>
              <a:t>Integer.parseInt</a:t>
            </a:r>
            <a:r>
              <a:rPr sz="2400" dirty="0"/>
              <a:t>(), etc.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28700"/>
            <a:ext cx="8229600" cy="1143000"/>
          </a:xfrm>
        </p:spPr>
        <p:txBody>
          <a:bodyPr>
            <a:normAutofit/>
          </a:bodyPr>
          <a:lstStyle/>
          <a:p>
            <a:r>
              <a:rPr sz="3200" dirty="0">
                <a:solidFill>
                  <a:schemeClr val="tx2"/>
                </a:solidFill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2400" dirty="0"/>
              <a:t>File: Metadata and manipulation</a:t>
            </a:r>
          </a:p>
          <a:p>
            <a:r>
              <a:rPr sz="2400" dirty="0"/>
              <a:t>Streams: Byte and Character level I/O</a:t>
            </a:r>
          </a:p>
          <a:p>
            <a:r>
              <a:rPr sz="2400" dirty="0"/>
              <a:t>Buffered: Performance optimization</a:t>
            </a:r>
          </a:p>
          <a:p>
            <a:r>
              <a:rPr sz="2400" dirty="0"/>
              <a:t>Serialization: Store/restore objects</a:t>
            </a:r>
          </a:p>
          <a:p>
            <a:r>
              <a:rPr sz="2400" dirty="0"/>
              <a:t>Keyboard input via Scanner or </a:t>
            </a:r>
            <a:r>
              <a:rPr sz="2400" dirty="0" err="1"/>
              <a:t>BufferedReader</a:t>
            </a:r>
            <a:endParaRPr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</TotalTime>
  <Words>293</Words>
  <Application>Microsoft Office PowerPoint</Application>
  <PresentationFormat>On-screen Show (4:3)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Java I/O and File Handling</vt:lpstr>
      <vt:lpstr>Introduction to IO Classes</vt:lpstr>
      <vt:lpstr>IO Class Hierarchy</vt:lpstr>
      <vt:lpstr>PowerPoint Presentation</vt:lpstr>
      <vt:lpstr>File Handling in Java</vt:lpstr>
      <vt:lpstr>Reading from Files</vt:lpstr>
      <vt:lpstr>Writing to Files</vt:lpstr>
      <vt:lpstr>Serialization in Java</vt:lpstr>
      <vt:lpstr>Object Serialization Example</vt:lpstr>
      <vt:lpstr>Reading from Keyboard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Renu Sai</cp:lastModifiedBy>
  <cp:revision>3</cp:revision>
  <dcterms:created xsi:type="dcterms:W3CDTF">2013-01-27T09:14:16Z</dcterms:created>
  <dcterms:modified xsi:type="dcterms:W3CDTF">2026-05-05T08:57:56Z</dcterms:modified>
  <cp:category/>
</cp:coreProperties>
</file>