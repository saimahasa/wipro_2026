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0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u Sai" userId="e7c05477d0ad59ef" providerId="LiveId" clId="{628FCC02-EC4A-46BB-84BD-BDBB18B77249}"/>
    <pc:docChg chg="undo custSel addSld delSld modSld">
      <pc:chgData name="Renu Sai" userId="e7c05477d0ad59ef" providerId="LiveId" clId="{628FCC02-EC4A-46BB-84BD-BDBB18B77249}" dt="2026-04-29T11:28:18.402" v="466" actId="2696"/>
      <pc:docMkLst>
        <pc:docMk/>
      </pc:docMkLst>
      <pc:sldChg chg="modSp mod">
        <pc:chgData name="Renu Sai" userId="e7c05477d0ad59ef" providerId="LiveId" clId="{628FCC02-EC4A-46BB-84BD-BDBB18B77249}" dt="2026-04-29T09:57:43.035" v="347" actId="14100"/>
        <pc:sldMkLst>
          <pc:docMk/>
          <pc:sldMk cId="0" sldId="257"/>
        </pc:sldMkLst>
        <pc:spChg chg="mod">
          <ac:chgData name="Renu Sai" userId="e7c05477d0ad59ef" providerId="LiveId" clId="{628FCC02-EC4A-46BB-84BD-BDBB18B77249}" dt="2026-04-29T09:57:43.035" v="347" actId="14100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4-29T06:03:53.631" v="0" actId="20577"/>
        <pc:sldMkLst>
          <pc:docMk/>
          <pc:sldMk cId="0" sldId="258"/>
        </pc:sldMkLst>
        <pc:spChg chg="mod">
          <ac:chgData name="Renu Sai" userId="e7c05477d0ad59ef" providerId="LiveId" clId="{628FCC02-EC4A-46BB-84BD-BDBB18B77249}" dt="2026-04-29T06:03:53.631" v="0" actId="20577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Renu Sai" userId="e7c05477d0ad59ef" providerId="LiveId" clId="{628FCC02-EC4A-46BB-84BD-BDBB18B77249}" dt="2026-04-29T09:44:45.701" v="345" actId="20577"/>
        <pc:sldMkLst>
          <pc:docMk/>
          <pc:sldMk cId="2066145858" sldId="262"/>
        </pc:sldMkLst>
        <pc:spChg chg="mod">
          <ac:chgData name="Renu Sai" userId="e7c05477d0ad59ef" providerId="LiveId" clId="{628FCC02-EC4A-46BB-84BD-BDBB18B77249}" dt="2026-04-29T09:44:45.701" v="345" actId="20577"/>
          <ac:spMkLst>
            <pc:docMk/>
            <pc:sldMk cId="2066145858" sldId="262"/>
            <ac:spMk id="3" creationId="{2325F6CC-2256-B053-14FF-765E53ACC0C4}"/>
          </ac:spMkLst>
        </pc:spChg>
      </pc:sldChg>
      <pc:sldChg chg="delSp modSp new mod">
        <pc:chgData name="Renu Sai" userId="e7c05477d0ad59ef" providerId="LiveId" clId="{628FCC02-EC4A-46BB-84BD-BDBB18B77249}" dt="2026-04-29T06:48:46.159" v="145" actId="14100"/>
        <pc:sldMkLst>
          <pc:docMk/>
          <pc:sldMk cId="40571404" sldId="263"/>
        </pc:sldMkLst>
        <pc:spChg chg="del">
          <ac:chgData name="Renu Sai" userId="e7c05477d0ad59ef" providerId="LiveId" clId="{628FCC02-EC4A-46BB-84BD-BDBB18B77249}" dt="2026-04-29T06:19:50.202" v="3" actId="478"/>
          <ac:spMkLst>
            <pc:docMk/>
            <pc:sldMk cId="40571404" sldId="263"/>
            <ac:spMk id="2" creationId="{1DE6A20B-0977-8118-3B6D-88B6BC7BB656}"/>
          </ac:spMkLst>
        </pc:spChg>
        <pc:spChg chg="mod">
          <ac:chgData name="Renu Sai" userId="e7c05477d0ad59ef" providerId="LiveId" clId="{628FCC02-EC4A-46BB-84BD-BDBB18B77249}" dt="2026-04-29T06:48:46.159" v="145" actId="14100"/>
          <ac:spMkLst>
            <pc:docMk/>
            <pc:sldMk cId="40571404" sldId="263"/>
            <ac:spMk id="3" creationId="{B49F6988-34C6-B200-9347-ADBB4FBD4F24}"/>
          </ac:spMkLst>
        </pc:spChg>
      </pc:sldChg>
      <pc:sldChg chg="modSp new del mod">
        <pc:chgData name="Renu Sai" userId="e7c05477d0ad59ef" providerId="LiveId" clId="{628FCC02-EC4A-46BB-84BD-BDBB18B77249}" dt="2026-04-29T11:28:18.402" v="466" actId="2696"/>
        <pc:sldMkLst>
          <pc:docMk/>
          <pc:sldMk cId="64041956" sldId="264"/>
        </pc:sldMkLst>
        <pc:spChg chg="mod">
          <ac:chgData name="Renu Sai" userId="e7c05477d0ad59ef" providerId="LiveId" clId="{628FCC02-EC4A-46BB-84BD-BDBB18B77249}" dt="2026-04-29T11:25:38.276" v="465" actId="20577"/>
          <ac:spMkLst>
            <pc:docMk/>
            <pc:sldMk cId="64041956" sldId="264"/>
            <ac:spMk id="3" creationId="{E3292CBF-D109-2012-DAF3-CD07189E15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tx2"/>
                </a:solidFill>
              </a:rPr>
              <a:t>What is Multithreading?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Multithreading allows concurrent execution of two or more threads within a single program.</a:t>
            </a:r>
          </a:p>
          <a:p>
            <a:r>
              <a:rPr sz="2400" dirty="0"/>
              <a:t>✔ Efficient CPU utilization</a:t>
            </a:r>
          </a:p>
          <a:p>
            <a:r>
              <a:rPr sz="2400" dirty="0"/>
              <a:t>✔ Multiple tasks in parallel</a:t>
            </a:r>
          </a:p>
          <a:p>
            <a:endParaRPr sz="2400" dirty="0"/>
          </a:p>
          <a:p>
            <a:r>
              <a:rPr sz="2400" dirty="0"/>
              <a:t>Examples:</a:t>
            </a:r>
          </a:p>
          <a:p>
            <a:r>
              <a:rPr sz="2400" dirty="0"/>
              <a:t>• Music playing + File Download</a:t>
            </a:r>
          </a:p>
          <a:p>
            <a:r>
              <a:rPr sz="2400" dirty="0"/>
              <a:t>• Word processor typing + Autosaving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F6988-34C6-B200-9347-ADBB4FBD4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87978"/>
            <a:ext cx="8229600" cy="5651862"/>
          </a:xfrm>
        </p:spPr>
        <p:txBody>
          <a:bodyPr>
            <a:normAutofit/>
          </a:bodyPr>
          <a:lstStyle/>
          <a:p>
            <a:endParaRPr lang="en-US" sz="1800" dirty="0"/>
          </a:p>
          <a:p>
            <a:r>
              <a:rPr lang="en-IN" sz="1800" b="1" dirty="0"/>
              <a:t>Food Delivery App</a:t>
            </a:r>
          </a:p>
          <a:p>
            <a:endParaRPr lang="en-IN" sz="1800" dirty="0"/>
          </a:p>
          <a:p>
            <a:r>
              <a:rPr lang="en-IN" sz="1800" dirty="0"/>
              <a:t>Thread 1 -&gt; Order Processing</a:t>
            </a:r>
          </a:p>
          <a:p>
            <a:r>
              <a:rPr lang="en-IN" sz="1800" dirty="0"/>
              <a:t>Thread 2 -&gt; Payment Processing</a:t>
            </a:r>
          </a:p>
          <a:p>
            <a:r>
              <a:rPr lang="en-IN" sz="1800" dirty="0"/>
              <a:t>Thread 3-&gt; Notification</a:t>
            </a:r>
          </a:p>
          <a:p>
            <a:endParaRPr lang="en-IN" sz="1800" dirty="0"/>
          </a:p>
          <a:p>
            <a:endParaRPr lang="en-IN" sz="1800" dirty="0"/>
          </a:p>
          <a:p>
            <a:r>
              <a:rPr lang="en-IN" sz="1800" dirty="0"/>
              <a:t>Use Runnable Interface.</a:t>
            </a:r>
          </a:p>
        </p:txBody>
      </p:sp>
    </p:spTree>
    <p:extLst>
      <p:ext uri="{BB962C8B-B14F-4D97-AF65-F5344CB8AC3E}">
        <p14:creationId xmlns:p14="http://schemas.microsoft.com/office/powerpoint/2010/main" val="40571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solidFill>
                  <a:schemeClr val="tx2"/>
                </a:solidFill>
              </a:rPr>
              <a:t>Thread Class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983162"/>
          </a:xfrm>
        </p:spPr>
        <p:txBody>
          <a:bodyPr>
            <a:normAutofit/>
          </a:bodyPr>
          <a:lstStyle/>
          <a:p>
            <a:r>
              <a:rPr sz="2400" dirty="0"/>
              <a:t>Thread class is part of </a:t>
            </a:r>
            <a:r>
              <a:rPr sz="2400" dirty="0" err="1"/>
              <a:t>java.lang</a:t>
            </a:r>
            <a:r>
              <a:rPr sz="2400" dirty="0"/>
              <a:t> package.</a:t>
            </a:r>
          </a:p>
          <a:p>
            <a:pPr marL="0" indent="0">
              <a:buNone/>
            </a:pPr>
            <a:r>
              <a:rPr sz="2400" dirty="0"/>
              <a:t>Common Methods:</a:t>
            </a:r>
          </a:p>
          <a:p>
            <a:r>
              <a:rPr sz="2400" dirty="0"/>
              <a:t>• start()</a:t>
            </a:r>
          </a:p>
          <a:p>
            <a:r>
              <a:rPr sz="2400" dirty="0"/>
              <a:t>• run()</a:t>
            </a:r>
          </a:p>
          <a:p>
            <a:r>
              <a:rPr sz="2400" dirty="0"/>
              <a:t>• sleep(</a:t>
            </a:r>
            <a:r>
              <a:rPr sz="2400" dirty="0" err="1"/>
              <a:t>ms</a:t>
            </a:r>
            <a:r>
              <a:rPr sz="2400" dirty="0"/>
              <a:t>)</a:t>
            </a:r>
          </a:p>
          <a:p>
            <a:r>
              <a:rPr sz="2400" dirty="0"/>
              <a:t>• join()</a:t>
            </a:r>
          </a:p>
          <a:p>
            <a:r>
              <a:rPr sz="2400" dirty="0"/>
              <a:t>• </a:t>
            </a:r>
            <a:r>
              <a:rPr sz="2400" dirty="0" err="1"/>
              <a:t>getName</a:t>
            </a:r>
            <a:r>
              <a:rPr sz="2400" dirty="0"/>
              <a:t>(), </a:t>
            </a:r>
            <a:r>
              <a:rPr sz="2400" dirty="0" err="1"/>
              <a:t>setName</a:t>
            </a:r>
            <a:r>
              <a:rPr sz="2400" dirty="0"/>
              <a:t>()</a:t>
            </a:r>
          </a:p>
          <a:p>
            <a:r>
              <a:rPr sz="2400" dirty="0"/>
              <a:t>• </a:t>
            </a:r>
            <a:r>
              <a:rPr sz="2400" dirty="0" err="1"/>
              <a:t>setPriority</a:t>
            </a:r>
            <a:r>
              <a:rPr sz="2400" dirty="0"/>
              <a:t>()</a:t>
            </a:r>
          </a:p>
          <a:p>
            <a:r>
              <a:rPr sz="2400" dirty="0"/>
              <a:t>• </a:t>
            </a:r>
            <a:r>
              <a:rPr sz="2400" dirty="0" err="1"/>
              <a:t>isAlive</a:t>
            </a:r>
            <a:r>
              <a:rPr sz="2400" dirty="0"/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0467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Creating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846" y="948303"/>
            <a:ext cx="8229600" cy="4525963"/>
          </a:xfrm>
        </p:spPr>
        <p:txBody>
          <a:bodyPr>
            <a:noAutofit/>
          </a:bodyPr>
          <a:lstStyle/>
          <a:p>
            <a:r>
              <a:rPr sz="2000" dirty="0"/>
              <a:t>1️⃣ Extending Thread class:</a:t>
            </a:r>
          </a:p>
          <a:p>
            <a:r>
              <a:rPr sz="2000" dirty="0"/>
              <a:t>class </a:t>
            </a:r>
            <a:r>
              <a:rPr sz="2000" dirty="0" err="1"/>
              <a:t>MyThread</a:t>
            </a:r>
            <a:r>
              <a:rPr sz="2000" dirty="0"/>
              <a:t> extends Thread {</a:t>
            </a:r>
          </a:p>
          <a:p>
            <a:r>
              <a:rPr sz="2000" dirty="0"/>
              <a:t>    public void run() {</a:t>
            </a:r>
          </a:p>
          <a:p>
            <a:r>
              <a:rPr sz="2000" dirty="0"/>
              <a:t>        </a:t>
            </a:r>
            <a:r>
              <a:rPr sz="2000" dirty="0" err="1"/>
              <a:t>System.out.println</a:t>
            </a:r>
            <a:r>
              <a:rPr sz="2000" dirty="0"/>
              <a:t>("Thread running");</a:t>
            </a:r>
          </a:p>
          <a:p>
            <a:r>
              <a:rPr sz="2000" dirty="0"/>
              <a:t>    }</a:t>
            </a:r>
          </a:p>
          <a:p>
            <a:r>
              <a:rPr sz="2000" dirty="0"/>
              <a:t>}</a:t>
            </a:r>
          </a:p>
          <a:p>
            <a:r>
              <a:rPr sz="2000" dirty="0" err="1"/>
              <a:t>MyThread</a:t>
            </a:r>
            <a:r>
              <a:rPr sz="2000" dirty="0"/>
              <a:t> t1 = new </a:t>
            </a:r>
            <a:r>
              <a:rPr sz="2000" dirty="0" err="1"/>
              <a:t>MyThread</a:t>
            </a:r>
            <a:r>
              <a:rPr sz="2000" dirty="0"/>
              <a:t>(); </a:t>
            </a:r>
            <a:endParaRPr lang="en-US" sz="2000" dirty="0"/>
          </a:p>
          <a:p>
            <a:r>
              <a:rPr sz="2000" dirty="0"/>
              <a:t>t1.start();</a:t>
            </a:r>
          </a:p>
          <a:p>
            <a:endParaRPr sz="2000" dirty="0"/>
          </a:p>
          <a:p>
            <a:r>
              <a:rPr sz="2000" dirty="0"/>
              <a:t>2️⃣ Implementing Runnable:</a:t>
            </a:r>
          </a:p>
          <a:p>
            <a:r>
              <a:rPr sz="2000" dirty="0"/>
              <a:t>class </a:t>
            </a:r>
            <a:r>
              <a:rPr sz="2000" dirty="0" err="1"/>
              <a:t>MyRunnable</a:t>
            </a:r>
            <a:r>
              <a:rPr sz="2000" dirty="0"/>
              <a:t> implements Runnable {</a:t>
            </a:r>
          </a:p>
          <a:p>
            <a:r>
              <a:rPr sz="2000" dirty="0"/>
              <a:t>    public void run() {</a:t>
            </a:r>
          </a:p>
          <a:p>
            <a:r>
              <a:rPr sz="2000" dirty="0"/>
              <a:t>        </a:t>
            </a:r>
            <a:r>
              <a:rPr sz="2000" dirty="0" err="1"/>
              <a:t>System.out.println</a:t>
            </a:r>
            <a:r>
              <a:rPr sz="2000" dirty="0"/>
              <a:t>("Runnable thread");</a:t>
            </a:r>
          </a:p>
          <a:p>
            <a:r>
              <a:rPr sz="2000" dirty="0"/>
              <a:t>    }</a:t>
            </a:r>
          </a:p>
          <a:p>
            <a:r>
              <a:rPr sz="2000" dirty="0"/>
              <a:t>}</a:t>
            </a:r>
          </a:p>
          <a:p>
            <a:r>
              <a:rPr sz="2000" dirty="0"/>
              <a:t>Thread t1 = new Thread(new </a:t>
            </a:r>
            <a:r>
              <a:rPr sz="2000" dirty="0" err="1"/>
              <a:t>MyRunnable</a:t>
            </a:r>
            <a:r>
              <a:rPr sz="2000" dirty="0"/>
              <a:t>()); t1.start();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Controlling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868" y="1166018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✔ sleep(</a:t>
            </a:r>
            <a:r>
              <a:rPr sz="2400" dirty="0" err="1"/>
              <a:t>ms</a:t>
            </a:r>
            <a:r>
              <a:rPr sz="2400" dirty="0"/>
              <a:t>): Pause for </a:t>
            </a:r>
            <a:r>
              <a:rPr sz="2400" dirty="0" err="1"/>
              <a:t>ms</a:t>
            </a:r>
            <a:endParaRPr sz="2400" dirty="0"/>
          </a:p>
          <a:p>
            <a:r>
              <a:rPr sz="2400" dirty="0"/>
              <a:t>✔ join(): Waits for thread to die</a:t>
            </a:r>
          </a:p>
          <a:p>
            <a:r>
              <a:rPr sz="2400" dirty="0"/>
              <a:t>✔ yield(): Hints to pause</a:t>
            </a:r>
            <a:endParaRPr lang="en-US" sz="2400" dirty="0"/>
          </a:p>
          <a:p>
            <a:endParaRPr sz="2400" dirty="0"/>
          </a:p>
          <a:p>
            <a:r>
              <a:rPr sz="2400" dirty="0"/>
              <a:t>Example:</a:t>
            </a:r>
          </a:p>
          <a:p>
            <a:r>
              <a:rPr sz="2400" dirty="0" err="1"/>
              <a:t>Thread.sleep</a:t>
            </a:r>
            <a:r>
              <a:rPr sz="2400" dirty="0"/>
              <a:t>(1000);</a:t>
            </a:r>
          </a:p>
          <a:p>
            <a:r>
              <a:rPr sz="2400" dirty="0"/>
              <a:t>t1.join();</a:t>
            </a:r>
          </a:p>
          <a:p>
            <a:r>
              <a:rPr sz="2400" dirty="0" err="1"/>
              <a:t>Thread.yield</a:t>
            </a:r>
            <a:r>
              <a:rPr sz="2400" dirty="0"/>
              <a:t>();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846" y="178525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Thread Synchronization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1525"/>
            <a:ext cx="8229600" cy="4525963"/>
          </a:xfrm>
        </p:spPr>
        <p:txBody>
          <a:bodyPr>
            <a:noAutofit/>
          </a:bodyPr>
          <a:lstStyle/>
          <a:p>
            <a:r>
              <a:rPr sz="2400" dirty="0"/>
              <a:t>Prevents race condition when multiple threads access shared data.</a:t>
            </a:r>
          </a:p>
          <a:p>
            <a:pPr marL="0" indent="0">
              <a:buNone/>
            </a:pPr>
            <a:r>
              <a:rPr sz="2400" dirty="0"/>
              <a:t>Use synchronized keyword:</a:t>
            </a:r>
          </a:p>
          <a:p>
            <a:pPr marL="0" indent="0">
              <a:buNone/>
            </a:pPr>
            <a:r>
              <a:rPr sz="2400" dirty="0"/>
              <a:t>class Counter {</a:t>
            </a:r>
          </a:p>
          <a:p>
            <a:r>
              <a:rPr sz="2400" dirty="0"/>
              <a:t>    int count = 0;</a:t>
            </a:r>
          </a:p>
          <a:p>
            <a:r>
              <a:rPr sz="2400" dirty="0"/>
              <a:t>    synchronized void increment() {</a:t>
            </a:r>
          </a:p>
          <a:p>
            <a:r>
              <a:rPr sz="2400" dirty="0"/>
              <a:t>        count++;</a:t>
            </a:r>
          </a:p>
          <a:p>
            <a:r>
              <a:rPr sz="2400" dirty="0"/>
              <a:t>    }</a:t>
            </a:r>
          </a:p>
          <a:p>
            <a:r>
              <a:rPr sz="2400" dirty="0"/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9817"/>
            <a:ext cx="8229600" cy="1143000"/>
          </a:xfrm>
        </p:spPr>
        <p:txBody>
          <a:bodyPr>
            <a:normAutofit/>
          </a:bodyPr>
          <a:lstStyle/>
          <a:p>
            <a:r>
              <a:rPr sz="3200" dirty="0">
                <a:solidFill>
                  <a:schemeClr val="tx2"/>
                </a:solidFill>
              </a:rPr>
              <a:t>Inter-thread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12817"/>
            <a:ext cx="8229600" cy="4525963"/>
          </a:xfrm>
        </p:spPr>
        <p:txBody>
          <a:bodyPr>
            <a:normAutofit/>
          </a:bodyPr>
          <a:lstStyle/>
          <a:p>
            <a:r>
              <a:rPr sz="2400" dirty="0"/>
              <a:t>Threads cooperate using:</a:t>
            </a:r>
          </a:p>
          <a:p>
            <a:r>
              <a:rPr sz="2400" dirty="0"/>
              <a:t>• wait(): Releases lock, waits</a:t>
            </a:r>
          </a:p>
          <a:p>
            <a:r>
              <a:rPr sz="2400" dirty="0"/>
              <a:t>• notify(): Wakes one thread</a:t>
            </a:r>
          </a:p>
          <a:p>
            <a:pPr marL="0" indent="0">
              <a:buNone/>
            </a:pPr>
            <a:r>
              <a:rPr sz="2400" dirty="0"/>
              <a:t>• </a:t>
            </a:r>
            <a:r>
              <a:rPr sz="2400" dirty="0" err="1"/>
              <a:t>notifyAll</a:t>
            </a:r>
            <a:r>
              <a:rPr sz="2400" dirty="0"/>
              <a:t>(): Wakes all threads</a:t>
            </a:r>
          </a:p>
          <a:p>
            <a:pPr marL="0" indent="0">
              <a:buNone/>
            </a:pPr>
            <a:r>
              <a:rPr sz="2400" dirty="0"/>
              <a:t>Must be in synchronized block.</a:t>
            </a:r>
          </a:p>
          <a:p>
            <a:pPr marL="0" indent="0">
              <a:buNone/>
            </a:pPr>
            <a:r>
              <a:rPr sz="2400" dirty="0"/>
              <a:t>Used in producer-consumer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5F6CC-2256-B053-14FF-765E53ACC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81891"/>
            <a:ext cx="8229600" cy="4525963"/>
          </a:xfrm>
        </p:spPr>
        <p:txBody>
          <a:bodyPr>
            <a:normAutofit/>
          </a:bodyPr>
          <a:lstStyle/>
          <a:p>
            <a:r>
              <a:rPr lang="en-US" sz="1600" dirty="0"/>
              <a:t>Executor Framework: it’s a high-level API</a:t>
            </a:r>
          </a:p>
          <a:p>
            <a:endParaRPr lang="en-US" sz="1600" dirty="0"/>
          </a:p>
          <a:p>
            <a:r>
              <a:rPr lang="en-US" sz="1600" dirty="0" err="1"/>
              <a:t>Java.util.concurrent</a:t>
            </a:r>
            <a:endParaRPr lang="en-US" sz="1600" dirty="0"/>
          </a:p>
          <a:p>
            <a:endParaRPr lang="en-US" sz="1600" dirty="0"/>
          </a:p>
          <a:p>
            <a:pPr lvl="2"/>
            <a:r>
              <a:rPr lang="en-IN" sz="1800" dirty="0"/>
              <a:t>Manages threads for you</a:t>
            </a:r>
          </a:p>
          <a:p>
            <a:pPr lvl="2"/>
            <a:r>
              <a:rPr lang="en-IN" sz="1800" dirty="0"/>
              <a:t>Reuses threads(thread pool)</a:t>
            </a:r>
          </a:p>
          <a:p>
            <a:pPr lvl="2"/>
            <a:r>
              <a:rPr lang="en-IN" sz="1800" dirty="0"/>
              <a:t>It help you to focus on tasks, not thread creation</a:t>
            </a:r>
          </a:p>
          <a:p>
            <a:pPr lvl="2"/>
            <a:endParaRPr lang="en-IN" sz="1800" dirty="0"/>
          </a:p>
          <a:p>
            <a:pPr lvl="2"/>
            <a:endParaRPr lang="en-IN" sz="1800" dirty="0"/>
          </a:p>
          <a:p>
            <a:pPr lvl="2"/>
            <a:r>
              <a:rPr lang="en-IN" sz="1800" dirty="0"/>
              <a:t>Future&lt;T&gt;</a:t>
            </a:r>
          </a:p>
        </p:txBody>
      </p:sp>
    </p:spTree>
    <p:extLst>
      <p:ext uri="{BB962C8B-B14F-4D97-AF65-F5344CB8AC3E}">
        <p14:creationId xmlns:p14="http://schemas.microsoft.com/office/powerpoint/2010/main" val="2066145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335</Words>
  <Application>Microsoft Office PowerPoint</Application>
  <PresentationFormat>On-screen Show (4:3)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What is Multithreading?</vt:lpstr>
      <vt:lpstr>PowerPoint Presentation</vt:lpstr>
      <vt:lpstr>Thread Class Introduction</vt:lpstr>
      <vt:lpstr>Creating Threads</vt:lpstr>
      <vt:lpstr>Controlling Threads</vt:lpstr>
      <vt:lpstr>Thread Synchronization</vt:lpstr>
      <vt:lpstr>Inter-thread Communication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Renu Sai</cp:lastModifiedBy>
  <cp:revision>2</cp:revision>
  <dcterms:created xsi:type="dcterms:W3CDTF">2013-01-27T09:14:16Z</dcterms:created>
  <dcterms:modified xsi:type="dcterms:W3CDTF">2026-04-29T11:28:24Z</dcterms:modified>
  <cp:category/>
</cp:coreProperties>
</file>