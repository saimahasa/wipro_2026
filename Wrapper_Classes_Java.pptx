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 Sai" userId="e7c05477d0ad59ef" providerId="LiveId" clId="{628FCC02-EC4A-46BB-84BD-BDBB18B77249}"/>
    <pc:docChg chg="custSel addSld modSld">
      <pc:chgData name="Renu Sai" userId="e7c05477d0ad59ef" providerId="LiveId" clId="{628FCC02-EC4A-46BB-84BD-BDBB18B77249}" dt="2026-02-05T16:16:23.915" v="29" actId="20577"/>
      <pc:docMkLst>
        <pc:docMk/>
      </pc:docMkLst>
      <pc:sldChg chg="modSp new mod">
        <pc:chgData name="Renu Sai" userId="e7c05477d0ad59ef" providerId="LiveId" clId="{628FCC02-EC4A-46BB-84BD-BDBB18B77249}" dt="2026-02-05T16:16:23.915" v="29" actId="20577"/>
        <pc:sldMkLst>
          <pc:docMk/>
          <pc:sldMk cId="1583738051" sldId="265"/>
        </pc:sldMkLst>
        <pc:spChg chg="mod">
          <ac:chgData name="Renu Sai" userId="e7c05477d0ad59ef" providerId="LiveId" clId="{628FCC02-EC4A-46BB-84BD-BDBB18B77249}" dt="2026-02-05T16:16:23.915" v="29" actId="20577"/>
          <ac:spMkLst>
            <pc:docMk/>
            <pc:sldMk cId="1583738051" sldId="265"/>
            <ac:spMk id="3" creationId="{CF524668-9151-936A-B681-4F6189B5BF7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Wrapper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115"/>
            <a:ext cx="8229600" cy="4525963"/>
          </a:xfrm>
        </p:spPr>
        <p:txBody>
          <a:bodyPr>
            <a:normAutofit/>
          </a:bodyPr>
          <a:lstStyle/>
          <a:p>
            <a:r>
              <a:rPr sz="1800" dirty="0"/>
              <a:t>Wrapper classes convert primitive data types into objects.</a:t>
            </a:r>
          </a:p>
          <a:p>
            <a:r>
              <a:rPr sz="1800" dirty="0"/>
              <a:t>Java provides a wrapper class for each primitive type:</a:t>
            </a:r>
          </a:p>
          <a:p>
            <a:r>
              <a:rPr sz="1800" dirty="0"/>
              <a:t>  - byte → Byte</a:t>
            </a:r>
          </a:p>
          <a:p>
            <a:r>
              <a:rPr sz="1800" dirty="0"/>
              <a:t>  - short → Short</a:t>
            </a:r>
          </a:p>
          <a:p>
            <a:r>
              <a:rPr sz="1800" dirty="0"/>
              <a:t>  - int → Integer</a:t>
            </a:r>
          </a:p>
          <a:p>
            <a:r>
              <a:rPr sz="1800" dirty="0"/>
              <a:t>  - long → Long</a:t>
            </a:r>
          </a:p>
          <a:p>
            <a:r>
              <a:rPr sz="1800" dirty="0"/>
              <a:t>  - float → Float</a:t>
            </a:r>
          </a:p>
          <a:p>
            <a:r>
              <a:rPr sz="1800" dirty="0"/>
              <a:t>  - double → Double</a:t>
            </a:r>
          </a:p>
          <a:p>
            <a:r>
              <a:rPr sz="1800" dirty="0"/>
              <a:t>  - char → Character</a:t>
            </a:r>
          </a:p>
          <a:p>
            <a:r>
              <a:rPr sz="1800" dirty="0"/>
              <a:t>  - </a:t>
            </a:r>
            <a:r>
              <a:rPr sz="1800" dirty="0" err="1"/>
              <a:t>boolean</a:t>
            </a:r>
            <a:r>
              <a:rPr sz="1800" dirty="0"/>
              <a:t> → Boolean</a:t>
            </a:r>
          </a:p>
          <a:p>
            <a:r>
              <a:rPr sz="1800" dirty="0"/>
              <a:t>Useful in scenarios requiring objects instead of primitives (e.g., collections).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Wrapper Classes?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Needed for working with:</a:t>
            </a:r>
          </a:p>
          <a:p>
            <a:r>
              <a:rPr sz="1800" dirty="0"/>
              <a:t>  - Java Collections (like </a:t>
            </a:r>
            <a:r>
              <a:rPr sz="1800" dirty="0" err="1"/>
              <a:t>ArrayList</a:t>
            </a:r>
            <a:r>
              <a:rPr sz="1800" dirty="0"/>
              <a:t>, HashMap, etc.)</a:t>
            </a:r>
          </a:p>
          <a:p>
            <a:r>
              <a:rPr sz="1800" dirty="0"/>
              <a:t>  - Generics</a:t>
            </a:r>
          </a:p>
          <a:p>
            <a:r>
              <a:rPr sz="1800" dirty="0"/>
              <a:t>  - Reflection</a:t>
            </a:r>
          </a:p>
          <a:p>
            <a:r>
              <a:rPr sz="1800" dirty="0"/>
              <a:t>Allows use of utility methods (e.g., </a:t>
            </a:r>
            <a:r>
              <a:rPr sz="1800" dirty="0" err="1"/>
              <a:t>Integer.parseInt</a:t>
            </a:r>
            <a:r>
              <a:rPr sz="1800" dirty="0"/>
              <a:t>())</a:t>
            </a:r>
          </a:p>
          <a:p>
            <a:r>
              <a:rPr sz="1800" dirty="0"/>
              <a:t>Supports null values unlike primitives</a:t>
            </a:r>
            <a:endParaRPr lang="en-US" sz="1800" dirty="0"/>
          </a:p>
          <a:p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Autoboxing and Unboxing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554" y="1417638"/>
            <a:ext cx="8229600" cy="4525963"/>
          </a:xfrm>
        </p:spPr>
        <p:txBody>
          <a:bodyPr>
            <a:normAutofit/>
          </a:bodyPr>
          <a:lstStyle/>
          <a:p>
            <a:r>
              <a:rPr sz="1800" dirty="0"/>
              <a:t>Autoboxing: Automatic conversion of primitive types to wrapper classes</a:t>
            </a:r>
          </a:p>
          <a:p>
            <a:r>
              <a:rPr sz="1800" dirty="0"/>
              <a:t>int a = 10;</a:t>
            </a:r>
          </a:p>
          <a:p>
            <a:r>
              <a:rPr sz="1800" dirty="0"/>
              <a:t>Integer obj = a;  // autoboxing</a:t>
            </a:r>
          </a:p>
          <a:p>
            <a:r>
              <a:rPr sz="1800" dirty="0"/>
              <a:t>Unboxing: Automatic conversion of wrapper objects to primitive types</a:t>
            </a:r>
          </a:p>
          <a:p>
            <a:r>
              <a:rPr sz="1800" dirty="0"/>
              <a:t>Integer obj = 10;</a:t>
            </a:r>
          </a:p>
          <a:p>
            <a:r>
              <a:rPr sz="1800" dirty="0"/>
              <a:t>int a = obj;  // unboxing</a:t>
            </a:r>
          </a:p>
          <a:p>
            <a:r>
              <a:rPr sz="1800" dirty="0"/>
              <a:t>Introduced in Java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E162-AD7E-7C8E-F9D6-AD67A8772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4668-9151-936A-B681-4F6189B5B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  <a:p>
            <a:r>
              <a:rPr lang="en-IN" sz="1600" dirty="0"/>
              <a:t>Int size: 4 bytes/32 bits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8373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Converting Between Wrapper and Primitive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Primitive to Wrapper:</a:t>
            </a:r>
          </a:p>
          <a:p>
            <a:r>
              <a:rPr sz="1800" dirty="0"/>
              <a:t>int a = 5;</a:t>
            </a:r>
          </a:p>
          <a:p>
            <a:r>
              <a:rPr sz="1800" dirty="0"/>
              <a:t>Integer obj = </a:t>
            </a:r>
            <a:r>
              <a:rPr sz="1800" dirty="0" err="1"/>
              <a:t>Integer.valueOf</a:t>
            </a:r>
            <a:r>
              <a:rPr sz="1800" dirty="0"/>
              <a:t>(a);</a:t>
            </a:r>
          </a:p>
          <a:p>
            <a:r>
              <a:rPr sz="1800" dirty="0"/>
              <a:t>Wrapper to Primitive:</a:t>
            </a:r>
          </a:p>
          <a:p>
            <a:r>
              <a:rPr sz="1800" dirty="0"/>
              <a:t>Integer obj = new Integer(5);</a:t>
            </a:r>
          </a:p>
          <a:p>
            <a:r>
              <a:rPr sz="1800" dirty="0"/>
              <a:t>int a = </a:t>
            </a:r>
            <a:r>
              <a:rPr sz="1800" dirty="0" err="1"/>
              <a:t>obj.intValue</a:t>
            </a:r>
            <a:r>
              <a:rPr sz="1800" dirty="0"/>
              <a:t>();</a:t>
            </a:r>
          </a:p>
          <a:p>
            <a:r>
              <a:rPr sz="1800" dirty="0"/>
              <a:t>Also supports parsing strings:</a:t>
            </a:r>
          </a:p>
          <a:p>
            <a:r>
              <a:rPr sz="1800" dirty="0"/>
              <a:t>int a = </a:t>
            </a:r>
            <a:r>
              <a:rPr sz="1800" dirty="0" err="1"/>
              <a:t>Integer.parseInt</a:t>
            </a:r>
            <a:r>
              <a:rPr sz="1800" dirty="0"/>
              <a:t>("123");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and Constructors of Wrapper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Constructors(Deprecated in some wrappers):</a:t>
            </a:r>
          </a:p>
          <a:p>
            <a:r>
              <a:rPr sz="1800" dirty="0"/>
              <a:t>Integer </a:t>
            </a:r>
            <a:r>
              <a:rPr sz="1800" dirty="0" err="1"/>
              <a:t>i</a:t>
            </a:r>
            <a:r>
              <a:rPr sz="1800" dirty="0"/>
              <a:t> = new Integer(10);</a:t>
            </a:r>
          </a:p>
          <a:p>
            <a:r>
              <a:rPr sz="1800" dirty="0"/>
              <a:t>Common Methods:</a:t>
            </a:r>
          </a:p>
          <a:p>
            <a:r>
              <a:rPr sz="1800" dirty="0"/>
              <a:t>- </a:t>
            </a:r>
            <a:r>
              <a:rPr sz="1800" dirty="0" err="1"/>
              <a:t>parseInt</a:t>
            </a:r>
            <a:r>
              <a:rPr sz="1800" dirty="0"/>
              <a:t>(String s) - Parses string to int</a:t>
            </a:r>
          </a:p>
          <a:p>
            <a:r>
              <a:rPr sz="1800" dirty="0"/>
              <a:t>- </a:t>
            </a:r>
            <a:r>
              <a:rPr sz="1800" dirty="0" err="1"/>
              <a:t>valueOf</a:t>
            </a:r>
            <a:r>
              <a:rPr sz="1800" dirty="0"/>
              <a:t>(String s) - Returns wrapper object</a:t>
            </a:r>
          </a:p>
          <a:p>
            <a:r>
              <a:rPr sz="1800" dirty="0"/>
              <a:t>- </a:t>
            </a:r>
            <a:r>
              <a:rPr sz="1800" dirty="0" err="1"/>
              <a:t>intValue</a:t>
            </a:r>
            <a:r>
              <a:rPr sz="1800" dirty="0"/>
              <a:t>(), </a:t>
            </a:r>
            <a:r>
              <a:rPr sz="1800" dirty="0" err="1"/>
              <a:t>doubleValue</a:t>
            </a:r>
            <a:r>
              <a:rPr sz="1800" dirty="0"/>
              <a:t>(), etc. - Primitive value from object</a:t>
            </a:r>
          </a:p>
          <a:p>
            <a:r>
              <a:rPr sz="1800" dirty="0"/>
              <a:t>- </a:t>
            </a:r>
            <a:r>
              <a:rPr sz="1800" dirty="0" err="1"/>
              <a:t>compareTo</a:t>
            </a:r>
            <a:r>
              <a:rPr sz="1800" dirty="0"/>
              <a:t>(), equals(), </a:t>
            </a:r>
            <a:r>
              <a:rPr sz="1800" dirty="0" err="1"/>
              <a:t>toString</a:t>
            </a:r>
            <a:r>
              <a:rPr sz="1800" dirty="0"/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Wrapper Classes in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90709" cy="4525963"/>
          </a:xfrm>
        </p:spPr>
        <p:txBody>
          <a:bodyPr>
            <a:normAutofit/>
          </a:bodyPr>
          <a:lstStyle/>
          <a:p>
            <a:r>
              <a:rPr sz="1800" dirty="0"/>
              <a:t>Collections like </a:t>
            </a:r>
            <a:r>
              <a:rPr sz="1800" dirty="0" err="1"/>
              <a:t>ArrayList</a:t>
            </a:r>
            <a:r>
              <a:rPr sz="1800" dirty="0"/>
              <a:t>, HashMap only store objects</a:t>
            </a:r>
          </a:p>
          <a:p>
            <a:r>
              <a:rPr sz="1800" dirty="0"/>
              <a:t>Wrapper classes enable storage of primitive data in collections</a:t>
            </a:r>
          </a:p>
          <a:p>
            <a:r>
              <a:rPr sz="1800" dirty="0" err="1"/>
              <a:t>ArrayList</a:t>
            </a:r>
            <a:r>
              <a:rPr sz="1800" dirty="0"/>
              <a:t>&lt;Integer&gt; list = new </a:t>
            </a:r>
            <a:r>
              <a:rPr sz="1800" dirty="0" err="1"/>
              <a:t>ArrayList</a:t>
            </a:r>
            <a:r>
              <a:rPr sz="1800" dirty="0"/>
              <a:t>&lt;&gt;();</a:t>
            </a:r>
          </a:p>
          <a:p>
            <a:r>
              <a:rPr sz="1800" dirty="0" err="1"/>
              <a:t>list.add</a:t>
            </a:r>
            <a:r>
              <a:rPr sz="1800" dirty="0"/>
              <a:t>(10);  // autoboxing</a:t>
            </a:r>
          </a:p>
          <a:p>
            <a:r>
              <a:rPr sz="1800" dirty="0"/>
              <a:t>int num = </a:t>
            </a:r>
            <a:r>
              <a:rPr sz="1800" dirty="0" err="1"/>
              <a:t>list.get</a:t>
            </a:r>
            <a:r>
              <a:rPr sz="1800" dirty="0"/>
              <a:t>(0);  // unboxing</a:t>
            </a:r>
          </a:p>
          <a:p>
            <a:r>
              <a:rPr sz="1800" dirty="0"/>
              <a:t>Ensures compatibility with Generics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Wrapper Classes and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Generics require reference types</a:t>
            </a:r>
          </a:p>
          <a:p>
            <a:r>
              <a:rPr sz="1800" dirty="0"/>
              <a:t>Wrapper classes allow use of primitives in generic classes</a:t>
            </a:r>
          </a:p>
          <a:p>
            <a:r>
              <a:rPr sz="1800" dirty="0"/>
              <a:t>List&lt;Double&gt; marks = new </a:t>
            </a:r>
            <a:r>
              <a:rPr sz="1800" dirty="0" err="1"/>
              <a:t>ArrayList</a:t>
            </a:r>
            <a:r>
              <a:rPr sz="1800" dirty="0"/>
              <a:t>&lt;&gt;();</a:t>
            </a:r>
          </a:p>
          <a:p>
            <a:r>
              <a:rPr sz="1800" dirty="0" err="1"/>
              <a:t>marks.add</a:t>
            </a:r>
            <a:r>
              <a:rPr sz="1800" dirty="0"/>
              <a:t>(95.5);  // autoboxing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Wrapper classes bridge the gap between primitives and objects</a:t>
            </a:r>
          </a:p>
          <a:p>
            <a:r>
              <a:t>Autoboxing and unboxing simplify conversions</a:t>
            </a:r>
          </a:p>
          <a:p>
            <a:r>
              <a:t>Essential for working with collections, generics, and utility methods</a:t>
            </a:r>
          </a:p>
          <a:p>
            <a:r>
              <a:t>Improve code readability and flexibility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/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output of:</a:t>
            </a:r>
          </a:p>
          <a:p>
            <a:r>
              <a:t>Integer a = 100;</a:t>
            </a:r>
          </a:p>
          <a:p>
            <a:r>
              <a:t>int b = a;</a:t>
            </a:r>
          </a:p>
          <a:p>
            <a:r>
              <a:t>System.out.println(b);</a:t>
            </a:r>
          </a:p>
          <a:p>
            <a:r>
              <a:t>Convert "456" to an int using wrapper class</a:t>
            </a:r>
          </a:p>
          <a:p>
            <a:r>
              <a:t>Store a double in an ArrayList and retrieve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469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Introduction to Wrapper Classes</vt:lpstr>
      <vt:lpstr>Why Wrapper Classes?</vt:lpstr>
      <vt:lpstr>Autoboxing and Unboxing</vt:lpstr>
      <vt:lpstr>PowerPoint Presentation</vt:lpstr>
      <vt:lpstr>Converting Between Wrapper and Primitive Types</vt:lpstr>
      <vt:lpstr>Methods and Constructors of Wrapper Classes</vt:lpstr>
      <vt:lpstr>Using Wrapper Classes in Collections</vt:lpstr>
      <vt:lpstr>Wrapper Classes and Generics</vt:lpstr>
      <vt:lpstr>Summary</vt:lpstr>
      <vt:lpstr>Quiz /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Renu Sai</cp:lastModifiedBy>
  <cp:revision>2</cp:revision>
  <dcterms:created xsi:type="dcterms:W3CDTF">2013-01-27T09:14:16Z</dcterms:created>
  <dcterms:modified xsi:type="dcterms:W3CDTF">2026-02-05T16:17:07Z</dcterms:modified>
  <cp:category/>
</cp:coreProperties>
</file>